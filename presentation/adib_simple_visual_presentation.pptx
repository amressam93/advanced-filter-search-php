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640080"/>
            <a:ext cx="3840480" cy="3840480"/>
          </a:xfrm>
          <a:prstGeom prst="ellipse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1828800"/>
            <a:ext cx="201168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37160" cy="640080"/>
          </a:xfrm>
          <a:prstGeom prst="rect">
            <a:avLst/>
          </a:prstGeom>
          <a:solidFill>
            <a:srgbClr val="35B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4572000" cy="857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88036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428A"/>
                </a:solidFill>
                <a:latin typeface="Aptos"/>
              </a:rPr>
              <a:t>Simple visual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4480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66373"/>
                </a:solidFill>
                <a:latin typeface="Aptos"/>
              </a:rPr>
              <a:t>Clean layout, readable text, and a premium card-focused first slide.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343400"/>
            <a:ext cx="1828800" cy="384048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70832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428A"/>
                </a:solidFill>
                <a:latin typeface="Aptos"/>
              </a:rPr>
              <a:t>Cover concept</a:t>
            </a:r>
          </a:p>
        </p:txBody>
      </p:sp>
      <p:sp>
        <p:nvSpPr>
          <p:cNvPr id="10" name="Rounded Rectangle 9"/>
          <p:cNvSpPr/>
          <p:nvPr/>
        </p:nvSpPr>
        <p:spPr>
          <a:xfrm rot="20580000">
            <a:off x="6693408" y="1984248"/>
            <a:ext cx="914400" cy="233172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rd_business_plati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80000">
            <a:off x="6629400" y="1920240"/>
            <a:ext cx="2537974" cy="2331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 rot="21480000">
            <a:off x="7562087" y="1801368"/>
            <a:ext cx="914400" cy="251460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rd_cash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7498079" y="1737360"/>
            <a:ext cx="2732934" cy="2514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 rot="840000">
            <a:off x="8430768" y="1938527"/>
            <a:ext cx="914400" cy="233172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rd_platin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40000">
            <a:off x="8366760" y="1874519"/>
            <a:ext cx="2534175" cy="23317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22960" y="6400800"/>
            <a:ext cx="10424160" cy="18288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64465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66373"/>
                </a:solidFill>
                <a:latin typeface="Aptos"/>
              </a:rPr>
              <a:t>ADIB | Simple visual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428A"/>
                </a:solidFill>
                <a:latin typeface="Aptos"/>
              </a:rPr>
              <a:t>Card gallery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078992"/>
            <a:ext cx="822960" cy="45720"/>
          </a:xfrm>
          <a:prstGeom prst="rect">
            <a:avLst/>
          </a:prstGeom>
          <a:solidFill>
            <a:srgbClr val="35B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66373"/>
                </a:solidFill>
                <a:latin typeface="Aptos"/>
              </a:rPr>
              <a:t>A simple three-card layout that keeps the visuals clear and balanced.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810512"/>
            <a:ext cx="2880360" cy="338328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2880360" cy="3383280"/>
          </a:xfrm>
          <a:prstGeom prst="roundRect">
            <a:avLst/>
          </a:prstGeom>
          <a:solidFill>
            <a:srgbClr val="F7FAFC"/>
          </a:solidFill>
          <a:ln>
            <a:solidFill>
              <a:srgbClr val="E6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rd_cash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93392"/>
            <a:ext cx="2514600" cy="2313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4128" y="4617720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428A"/>
                </a:solidFill>
                <a:latin typeface="Aptos"/>
              </a:rPr>
              <a:t>Cashback Visa Covered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37760"/>
            <a:ext cx="2468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66373"/>
                </a:solidFill>
                <a:latin typeface="Aptos"/>
              </a:rPr>
              <a:t>Simple caption area for editing.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810512"/>
            <a:ext cx="2880360" cy="338328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1737360"/>
            <a:ext cx="2880360" cy="3383280"/>
          </a:xfrm>
          <a:prstGeom prst="roundRect">
            <a:avLst/>
          </a:prstGeom>
          <a:solidFill>
            <a:srgbClr val="F7FAFC"/>
          </a:solidFill>
          <a:ln>
            <a:solidFill>
              <a:srgbClr val="E6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rd_plati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993392"/>
            <a:ext cx="2514600" cy="23137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61688" y="4617720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428A"/>
                </a:solidFill>
                <a:latin typeface="Aptos"/>
              </a:rPr>
              <a:t>Exceed Visa Platinum Covered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4937760"/>
            <a:ext cx="2468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66373"/>
                </a:solidFill>
                <a:latin typeface="Aptos"/>
              </a:rPr>
              <a:t>Simple caption area for editing.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10512"/>
            <a:ext cx="2880360" cy="338328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737360"/>
            <a:ext cx="2880360" cy="3383280"/>
          </a:xfrm>
          <a:prstGeom prst="roundRect">
            <a:avLst/>
          </a:prstGeom>
          <a:solidFill>
            <a:srgbClr val="F7FAFC"/>
          </a:solidFill>
          <a:ln>
            <a:solidFill>
              <a:srgbClr val="E6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rd_business_platin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59" y="1993392"/>
            <a:ext cx="2514600" cy="23102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99247" y="4617720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428A"/>
                </a:solidFill>
                <a:latin typeface="Aptos"/>
              </a:rPr>
              <a:t>Business Visa Platinum Covered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4937760"/>
            <a:ext cx="2468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66373"/>
                </a:solidFill>
                <a:latin typeface="Aptos"/>
              </a:rPr>
              <a:t>Simple caption area for editing.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400800"/>
            <a:ext cx="10424160" cy="18288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64465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66373"/>
                </a:solidFill>
                <a:latin typeface="Aptos"/>
              </a:rPr>
              <a:t>ADIB | Simple visual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428A"/>
                </a:solidFill>
                <a:latin typeface="Aptos"/>
              </a:rPr>
              <a:t>Design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078992"/>
            <a:ext cx="822960" cy="45720"/>
          </a:xfrm>
          <a:prstGeom prst="rect">
            <a:avLst/>
          </a:prstGeom>
          <a:solidFill>
            <a:srgbClr val="35B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66373"/>
                </a:solidFill>
                <a:latin typeface="Aptos"/>
              </a:rPr>
              <a:t>Built to stay visual, readable, and easy to update.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800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6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428A"/>
                </a:solidFill>
                <a:latin typeface="Aptos"/>
              </a:rPr>
              <a:t>Keep each slide focused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114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F2937"/>
                </a:solidFill>
                <a:latin typeface="Aptos"/>
              </a:rPr>
              <a:t>• Use one main message per slide.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F2937"/>
                </a:solidFill>
                <a:latin typeface="Aptos"/>
              </a:rPr>
              <a:t>• Limit text to short phrases and labels.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F2937"/>
                </a:solidFill>
                <a:latin typeface="Aptos"/>
              </a:rPr>
              <a:t>• Let the card images carry most of the visual weight.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F2937"/>
                </a:solidFill>
                <a:latin typeface="Aptos"/>
              </a:rPr>
              <a:t>• Use the blue ADIB palette for a clean, consistent look.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45920"/>
            <a:ext cx="53492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6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428A"/>
                </a:solidFill>
                <a:latin typeface="Aptos"/>
              </a:rPr>
              <a:t>Recommended visual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428A"/>
                </a:solidFill>
                <a:latin typeface="Aptos"/>
              </a:rPr>
              <a:t>Large image area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697480"/>
            <a:ext cx="4480560" cy="224028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21240000">
            <a:off x="6949440" y="2862072"/>
            <a:ext cx="3383280" cy="91440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rd_platin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6903720" y="2816352"/>
            <a:ext cx="3383280" cy="31129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1040" y="507492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66373"/>
                </a:solidFill>
                <a:latin typeface="Aptos"/>
              </a:rPr>
              <a:t>Small text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400800"/>
            <a:ext cx="10424160" cy="18288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64465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66373"/>
                </a:solidFill>
                <a:latin typeface="Aptos"/>
              </a:rPr>
              <a:t>ADIB | Simple visual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685800"/>
            <a:ext cx="2011680" cy="2011680"/>
          </a:xfrm>
          <a:prstGeom prst="ellipse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37160" cy="640080"/>
          </a:xfrm>
          <a:prstGeom prst="rect">
            <a:avLst/>
          </a:prstGeom>
          <a:solidFill>
            <a:srgbClr val="35B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0428A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846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566373"/>
                </a:solidFill>
                <a:latin typeface="Aptos"/>
              </a:rPr>
              <a:t>This deck is set up as a simple visual presentation and can be edited easily in PowerPoint.</a:t>
            </a:r>
          </a:p>
        </p:txBody>
      </p:sp>
      <p:pic>
        <p:nvPicPr>
          <p:cNvPr id="6" name="Picture 5" descr="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54680"/>
            <a:ext cx="3474720" cy="6515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21000000">
            <a:off x="7836408" y="1892808"/>
            <a:ext cx="914400" cy="237744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d_cash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00000">
            <a:off x="7772400" y="1828800"/>
            <a:ext cx="2583864" cy="2377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 rot="600000">
            <a:off x="8796528" y="2121408"/>
            <a:ext cx="914400" cy="2240280"/>
          </a:xfrm>
          <a:prstGeom prst="round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d_business_platin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8732520" y="2057400"/>
            <a:ext cx="2438446" cy="2240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" y="6400800"/>
            <a:ext cx="10424160" cy="18288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66373"/>
                </a:solidFill>
                <a:latin typeface="Aptos"/>
              </a:rPr>
              <a:t>ADIB | Simple visual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
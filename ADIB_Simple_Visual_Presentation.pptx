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7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92240" y="502920"/>
            <a:ext cx="5212080" cy="5303520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4206240" cy="1665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148840"/>
            <a:ext cx="4297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07438A"/>
                </a:solidFill>
                <a:latin typeface="Aptos"/>
              </a:rPr>
              <a:t>ADIB Cards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761488"/>
            <a:ext cx="4160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404851"/>
                </a:solidFill>
                <a:latin typeface="Aptos"/>
              </a:rPr>
              <a:t>Simple, visual and readable slides designed around the ADIB card collection.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97763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FB5EA"/>
                </a:solidFill>
                <a:latin typeface="Aptos"/>
              </a:rPr>
              <a:t>Card portfolio snapshot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4315968"/>
            <a:ext cx="1143000" cy="36576"/>
          </a:xfrm>
          <a:prstGeom prst="rect">
            <a:avLst/>
          </a:prstGeom>
          <a:solidFill>
            <a:srgbClr val="2FB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d_titanium_cash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20000">
            <a:off x="6903720" y="1508760"/>
            <a:ext cx="3291840" cy="2177679"/>
          </a:xfrm>
          <a:prstGeom prst="rect">
            <a:avLst/>
          </a:prstGeom>
        </p:spPr>
      </p:pic>
      <p:pic>
        <p:nvPicPr>
          <p:cNvPr id="10" name="Picture 9" descr="card_platinum_cash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7955279" y="1325880"/>
            <a:ext cx="3337560" cy="2207924"/>
          </a:xfrm>
          <a:prstGeom prst="rect">
            <a:avLst/>
          </a:prstGeom>
        </p:spPr>
      </p:pic>
      <p:pic>
        <p:nvPicPr>
          <p:cNvPr id="11" name="Picture 10" descr="card_platinum_deb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7388352" y="2194560"/>
            <a:ext cx="3611880" cy="2389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07438A"/>
                </a:solidFill>
                <a:latin typeface="Aptos"/>
              </a:rPr>
              <a:t>Card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404851"/>
                </a:solidFill>
                <a:latin typeface="Aptos"/>
              </a:rPr>
              <a:t>Three clean product visuals with short labels for fast reading.</a:t>
            </a:r>
          </a:p>
        </p:txBody>
      </p:sp>
      <p:pic>
        <p:nvPicPr>
          <p:cNvPr id="4" name="Picture 3" descr="card_titanium_cash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658368" y="1737360"/>
            <a:ext cx="2697480" cy="17844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" y="4069080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78808"/>
            <a:ext cx="2368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7438A"/>
                </a:solidFill>
                <a:latin typeface="Aptos"/>
              </a:rPr>
              <a:t>Titanium Cash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9704"/>
            <a:ext cx="236829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04851"/>
                </a:solidFill>
                <a:latin typeface="Aptos"/>
              </a:rPr>
              <a:t>Shari'a-compliant cashback card with a modern silver finish.</a:t>
            </a:r>
          </a:p>
        </p:txBody>
      </p:sp>
      <p:pic>
        <p:nvPicPr>
          <p:cNvPr id="8" name="Picture 7" descr="card_platinum_cash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3977639" y="1737360"/>
            <a:ext cx="2697480" cy="17844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977639" y="4069080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1" y="4178808"/>
            <a:ext cx="2368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7438A"/>
                </a:solidFill>
                <a:latin typeface="Aptos"/>
              </a:rPr>
              <a:t>Platinum Cash 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1" y="4489704"/>
            <a:ext cx="236829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04851"/>
                </a:solidFill>
                <a:latin typeface="Aptos"/>
              </a:rPr>
              <a:t>Premium cashback option presented with a polished platinum look.</a:t>
            </a:r>
          </a:p>
        </p:txBody>
      </p:sp>
      <p:pic>
        <p:nvPicPr>
          <p:cNvPr id="12" name="Picture 11" descr="card_platinum_de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1737360"/>
            <a:ext cx="2697480" cy="178448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96912" y="4069080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4178808"/>
            <a:ext cx="2368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7438A"/>
                </a:solidFill>
                <a:latin typeface="Aptos"/>
              </a:rPr>
              <a:t>Platinum Debit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1504" y="4489704"/>
            <a:ext cx="236829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04851"/>
                </a:solidFill>
                <a:latin typeface="Aptos"/>
              </a:rPr>
              <a:t>Contactless platinum debit card designed for everyday convenience.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0881360" cy="914400"/>
          </a:xfrm>
          <a:prstGeom prst="roundRect">
            <a:avLst/>
          </a:prstGeom>
          <a:solidFill>
            <a:srgbClr val="07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4980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Featured Card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9F4FC"/>
                </a:solidFill>
                <a:latin typeface="Aptos"/>
              </a:rPr>
              <a:t>A balanced comparison between the two highlighted variants.</a:t>
            </a:r>
          </a:p>
        </p:txBody>
      </p:sp>
      <p:pic>
        <p:nvPicPr>
          <p:cNvPr id="5" name="Picture 4" descr="card_platinum_cash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1005840" y="1828800"/>
            <a:ext cx="4114800" cy="2722098"/>
          </a:xfrm>
          <a:prstGeom prst="rect">
            <a:avLst/>
          </a:prstGeom>
        </p:spPr>
      </p:pic>
      <p:pic>
        <p:nvPicPr>
          <p:cNvPr id="6" name="Picture 5" descr="card_titanium_cash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">
            <a:off x="6629400" y="1828800"/>
            <a:ext cx="4114800" cy="27220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43000" y="4526280"/>
            <a:ext cx="374903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4636008"/>
            <a:ext cx="34198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7438A"/>
                </a:solidFill>
                <a:latin typeface="Aptos"/>
              </a:rPr>
              <a:t>Platinum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4946904"/>
            <a:ext cx="3419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04851"/>
                </a:solidFill>
                <a:latin typeface="Aptos"/>
              </a:rPr>
              <a:t>Premium visual finish with a refined, high-contrast layout.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526280"/>
            <a:ext cx="374903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4636008"/>
            <a:ext cx="34198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7438A"/>
                </a:solidFill>
                <a:latin typeface="Aptos"/>
              </a:rPr>
              <a:t>Titanium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4946904"/>
            <a:ext cx="341985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04851"/>
                </a:solidFill>
                <a:latin typeface="Aptos"/>
              </a:rPr>
              <a:t>Soft metallic styling that feels modern, simple and professional.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43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85800"/>
            <a:ext cx="4114800" cy="4526280"/>
          </a:xfrm>
          <a:prstGeom prst="roundRect">
            <a:avLst/>
          </a:prstGeom>
          <a:solidFill>
            <a:srgbClr val="0B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10515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Brand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719072"/>
            <a:ext cx="3017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• Clear bilingual branding
• Strong blue identity
• Premium card presentation
• Simple visual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114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D9F4FC"/>
                </a:solidFill>
                <a:latin typeface="Aptos"/>
              </a:rPr>
              <a:t>Designed for a clean and readable story.</a:t>
            </a:r>
          </a:p>
        </p:txBody>
      </p:sp>
      <p:pic>
        <p:nvPicPr>
          <p:cNvPr id="6" name="Picture 5" descr="logo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08760"/>
            <a:ext cx="5120640" cy="2027773"/>
          </a:xfrm>
          <a:prstGeom prst="rect">
            <a:avLst/>
          </a:prstGeom>
        </p:spPr>
      </p:pic>
      <p:pic>
        <p:nvPicPr>
          <p:cNvPr id="7" name="Picture 6" descr="card_platinum_de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154680"/>
            <a:ext cx="3520440" cy="23289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ADIB Simple Visual Presentation</dc:title>
  <dc:subject>ADIB card presentation</dc:subject>
  <dc:creator>Cursor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
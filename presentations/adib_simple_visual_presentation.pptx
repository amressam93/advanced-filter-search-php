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2B5A"/>
                </a:solidFill>
              </a:rPr>
              <a:t>ADIB Card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05577"/>
                </a:solidFill>
              </a:rPr>
              <a:t>Simple | Visual | Readable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0352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full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03282"/>
            <a:ext cx="4663440" cy="8743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325880"/>
            <a:ext cx="50749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rd1_cashback_platin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076" y="1399032"/>
            <a:ext cx="1284367" cy="11795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2834640"/>
            <a:ext cx="50749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d2_exceed_platin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810" y="2907792"/>
            <a:ext cx="958898" cy="11795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4343400"/>
            <a:ext cx="50749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rd3_dana_ma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965" y="4416552"/>
            <a:ext cx="1240588" cy="11795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580644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7B94"/>
                </a:solidFill>
              </a:rPr>
              <a:t>Card visuals from ADIB public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C5F"/>
                </a:solidFill>
              </a:rPr>
              <a:t>Card Lineup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611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rd1_cashback_platin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72" y="1508760"/>
            <a:ext cx="209083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0"/>
            <a:ext cx="3611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9376C"/>
                </a:solidFill>
              </a:rPr>
              <a:t>Cashback Platinum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234440"/>
            <a:ext cx="3611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rd2_exceed_platin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29" y="1508760"/>
            <a:ext cx="1560996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1960" y="4572000"/>
            <a:ext cx="3611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9376C"/>
                </a:solidFill>
              </a:rPr>
              <a:t>Exceed Platinum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234440"/>
            <a:ext cx="3611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rd3_dana_ma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986" y="1508760"/>
            <a:ext cx="2019562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4572000"/>
            <a:ext cx="3611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9376C"/>
                </a:solidFill>
              </a:rPr>
              <a:t>Dana Master Card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C5F"/>
                </a:solidFill>
              </a:rPr>
              <a:t>Key Benefits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88720"/>
            <a:ext cx="6766560" cy="5074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37360"/>
            <a:ext cx="60350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</a:pPr>
            <a:r>
              <a:rPr sz="2200">
                <a:solidFill>
                  <a:srgbClr val="203253"/>
                </a:solidFill>
              </a:rPr>
              <a:t>• Simple product tiers for different customer needs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203253"/>
                </a:solidFill>
              </a:rPr>
              <a:t>• Clear branding with premium visual identity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203253"/>
                </a:solidFill>
              </a:rPr>
              <a:t>• Strong focus on rewards and lifestyle value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203253"/>
                </a:solidFill>
              </a:rPr>
              <a:t>• Readable design, easy to compare card options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188720"/>
            <a:ext cx="3611880" cy="5074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rd1_cashback_platin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2225" y="1783080"/>
            <a:ext cx="1443668" cy="1325880"/>
          </a:xfrm>
          <a:prstGeom prst="rect">
            <a:avLst/>
          </a:prstGeom>
        </p:spPr>
      </p:pic>
      <p:pic>
        <p:nvPicPr>
          <p:cNvPr id="7" name="Picture 6" descr="card2_exceed_platin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144" y="3246120"/>
            <a:ext cx="1077831" cy="1325880"/>
          </a:xfrm>
          <a:prstGeom prst="rect">
            <a:avLst/>
          </a:prstGeom>
        </p:spPr>
      </p:pic>
      <p:pic>
        <p:nvPicPr>
          <p:cNvPr id="8" name="Picture 7" descr="card3_dana_ma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6830" y="4709160"/>
            <a:ext cx="139446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C5F"/>
                </a:solidFill>
              </a:rPr>
              <a:t>Simple Design Enhancements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194EA1"/>
          </a:solidFill>
          <a:ln>
            <a:solidFill>
              <a:srgbClr val="194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3533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324E"/>
                </a:solidFill>
              </a:rPr>
              <a:t>Use one core brand color per slide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468880"/>
            <a:ext cx="457200" cy="457200"/>
          </a:xfrm>
          <a:prstGeom prst="ellipse">
            <a:avLst/>
          </a:prstGeom>
          <a:solidFill>
            <a:srgbClr val="194EA1"/>
          </a:solidFill>
          <a:ln>
            <a:solidFill>
              <a:srgbClr val="194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45059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324E"/>
                </a:solidFill>
              </a:rPr>
              <a:t>Keep text short: max 4 bullet lines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194EA1"/>
          </a:solidFill>
          <a:ln>
            <a:solidFill>
              <a:srgbClr val="194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54787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324E"/>
                </a:solidFill>
              </a:rPr>
              <a:t>Use one main visual focal point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663440"/>
            <a:ext cx="457200" cy="457200"/>
          </a:xfrm>
          <a:prstGeom prst="ellipse">
            <a:avLst/>
          </a:prstGeom>
          <a:solidFill>
            <a:srgbClr val="194EA1"/>
          </a:solidFill>
          <a:ln>
            <a:solidFill>
              <a:srgbClr val="194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64515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324E"/>
                </a:solidFill>
              </a:rPr>
              <a:t>Maintain strong contrast for readability</a:t>
            </a:r>
          </a:p>
        </p:txBody>
      </p:sp>
      <p:pic>
        <p:nvPicPr>
          <p:cNvPr id="11" name="Picture 10" descr="logo_full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06077"/>
            <a:ext cx="2651760" cy="4972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5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full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74520"/>
            <a:ext cx="29260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3794760"/>
            <a:ext cx="6309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846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EDCF6"/>
                </a:solidFill>
              </a:rPr>
              <a:t>A simple, visual, and readable ADIB presentation template.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